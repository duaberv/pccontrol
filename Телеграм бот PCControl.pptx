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83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1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6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78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67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74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09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55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34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70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D35E9-05CC-4651-B72A-A9DA5A8CBC8F}" type="datetimeFigureOut">
              <a:rPr lang="ru-RU" smtClean="0"/>
              <a:t>27.04.2023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0FCE4-65BE-4FDF-A9F8-C1B088B889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79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8155"/>
            <a:ext cx="9144000" cy="2173185"/>
          </a:xfrm>
        </p:spPr>
        <p:txBody>
          <a:bodyPr/>
          <a:lstStyle/>
          <a:p>
            <a:r>
              <a:rPr lang="en-US" dirty="0" smtClean="0"/>
              <a:t>Telegram</a:t>
            </a:r>
            <a:r>
              <a:rPr lang="ru-RU" dirty="0" smtClean="0"/>
              <a:t> бот</a:t>
            </a:r>
            <a:br>
              <a:rPr lang="ru-RU" dirty="0" smtClean="0"/>
            </a:br>
            <a:r>
              <a:rPr lang="en-US" dirty="0" smtClean="0"/>
              <a:t>&lt;&lt;</a:t>
            </a:r>
            <a:r>
              <a:rPr lang="en-US" dirty="0" err="1" smtClean="0"/>
              <a:t>PCControl</a:t>
            </a:r>
            <a:r>
              <a:rPr lang="en-US" dirty="0" smtClean="0"/>
              <a:t>&gt;&gt;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42660" y="4263242"/>
            <a:ext cx="4825340" cy="994558"/>
          </a:xfrm>
        </p:spPr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Рытков</a:t>
            </a:r>
            <a:r>
              <a:rPr lang="ru-RU" dirty="0" smtClean="0"/>
              <a:t> Вадим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45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Суть </a:t>
            </a:r>
            <a:r>
              <a:rPr lang="ru-RU" dirty="0" smtClean="0"/>
              <a:t>бота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 помощью специальных команд в чате с ботом можно дистанционно управлять персональны</a:t>
            </a:r>
            <a:r>
              <a:rPr lang="ru-RU" dirty="0" smtClean="0"/>
              <a:t>м компьютером, необходимо иметь изначально запущенного бота на </a:t>
            </a:r>
            <a:r>
              <a:rPr lang="ru-RU" dirty="0" err="1" smtClean="0"/>
              <a:t>пк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60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Описание реализации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Бот написан </a:t>
            </a:r>
            <a:r>
              <a:rPr lang="ru-RU" dirty="0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aiogram</a:t>
            </a:r>
            <a:endParaRPr lang="ru-RU" dirty="0" smtClean="0"/>
          </a:p>
          <a:p>
            <a:r>
              <a:rPr lang="ru-RU" dirty="0" smtClean="0"/>
              <a:t>Для асинхронности используется </a:t>
            </a:r>
            <a:r>
              <a:rPr lang="en-US" dirty="0" err="1" smtClean="0"/>
              <a:t>asyncio</a:t>
            </a:r>
            <a:endParaRPr lang="en-US" dirty="0" smtClean="0"/>
          </a:p>
          <a:p>
            <a:r>
              <a:rPr lang="ru-RU" dirty="0" smtClean="0"/>
              <a:t>Для управления используется </a:t>
            </a:r>
            <a:r>
              <a:rPr lang="en-US" dirty="0" err="1" smtClean="0"/>
              <a:t>pyautogui</a:t>
            </a:r>
            <a:endParaRPr lang="ru-RU" dirty="0" smtClean="0"/>
          </a:p>
          <a:p>
            <a:r>
              <a:rPr lang="ru-RU" dirty="0" smtClean="0"/>
              <a:t>Для сохранения снимков экрана используется </a:t>
            </a:r>
            <a:r>
              <a:rPr lang="en-US" dirty="0" smtClean="0"/>
              <a:t>Pillow</a:t>
            </a:r>
            <a:endParaRPr lang="en-US" dirty="0"/>
          </a:p>
          <a:p>
            <a:r>
              <a:rPr lang="ru-RU" dirty="0" smtClean="0"/>
              <a:t>Для </a:t>
            </a:r>
            <a:r>
              <a:rPr lang="ru-RU" dirty="0" smtClean="0"/>
              <a:t>сохранения </a:t>
            </a:r>
            <a:r>
              <a:rPr lang="ru-RU" dirty="0" smtClean="0"/>
              <a:t>использованных команд </a:t>
            </a:r>
            <a:r>
              <a:rPr lang="ru-RU" dirty="0" smtClean="0"/>
              <a:t>и </a:t>
            </a:r>
            <a:r>
              <a:rPr lang="ru-RU" dirty="0" smtClean="0"/>
              <a:t>времени </a:t>
            </a:r>
            <a:r>
              <a:rPr lang="ru-RU" dirty="0" smtClean="0"/>
              <a:t>используется </a:t>
            </a:r>
            <a:r>
              <a:rPr lang="en-US" dirty="0" smtClean="0"/>
              <a:t>SQLite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85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Описание реализации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боте реализовано много функций для управления компьютером (движение и кликанье мышью, ввод текста как с клавиатуры, запуск некоторых игр, создание снимков экрана)</a:t>
            </a:r>
            <a:endParaRPr lang="ru-RU" dirty="0" smtClean="0"/>
          </a:p>
          <a:p>
            <a:r>
              <a:rPr lang="ru-RU" dirty="0" smtClean="0"/>
              <a:t>Все команды, которые вы вводите, и время исполнения сохраняются в файл с данными</a:t>
            </a:r>
            <a:endParaRPr lang="ru-RU" dirty="0" smtClean="0"/>
          </a:p>
          <a:p>
            <a:r>
              <a:rPr lang="ru-RU" dirty="0" smtClean="0"/>
              <a:t>Сохранённые команды можно вернуть, при помощи специальной команды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04471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будущих обновлениях </a:t>
            </a:r>
            <a:r>
              <a:rPr lang="ru-RU" dirty="0" smtClean="0"/>
              <a:t>бота можно добавить больше команд, что разнообразить возможности для дистанционного управления своим </a:t>
            </a:r>
            <a:r>
              <a:rPr lang="ru-RU" dirty="0" err="1" smtClean="0"/>
              <a:t>пк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6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135</Words>
  <Application>Microsoft Office PowerPoint</Application>
  <PresentationFormat>Широкоэкранный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Telegram бот &lt;&lt;PCControl&gt;&gt;</vt:lpstr>
      <vt:lpstr>Суть бота</vt:lpstr>
      <vt:lpstr>Описание реализации</vt:lpstr>
      <vt:lpstr>Описание реализации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&lt;&lt;EchkerpFromKarpov&gt;&gt;</dc:title>
  <dc:creator>student</dc:creator>
  <cp:lastModifiedBy>Admin</cp:lastModifiedBy>
  <cp:revision>5</cp:revision>
  <dcterms:created xsi:type="dcterms:W3CDTF">2023-01-27T14:26:47Z</dcterms:created>
  <dcterms:modified xsi:type="dcterms:W3CDTF">2023-04-27T12:59:27Z</dcterms:modified>
</cp:coreProperties>
</file>